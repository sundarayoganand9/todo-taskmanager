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60" r:id="rId2"/>
    <p:sldId id="4421" r:id="rId3"/>
    <p:sldId id="4423" r:id="rId4"/>
    <p:sldId id="4424" r:id="rId5"/>
    <p:sldId id="4425" r:id="rId6"/>
    <p:sldId id="4426" r:id="rId7"/>
    <p:sldId id="4427" r:id="rId8"/>
    <p:sldId id="4428" r:id="rId9"/>
    <p:sldId id="4429" r:id="rId10"/>
    <p:sldId id="4430" r:id="rId11"/>
    <p:sldId id="4431" r:id="rId12"/>
    <p:sldId id="4433" r:id="rId13"/>
    <p:sldId id="4434" r:id="rId14"/>
    <p:sldId id="4436" r:id="rId15"/>
    <p:sldId id="4437" r:id="rId16"/>
    <p:sldId id="4438" r:id="rId17"/>
    <p:sldId id="442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874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>
            <a:fillRect/>
          </a:stretch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 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5"/>
              </a:lnSpc>
              <a:spcBef>
                <a:spcPct val="0"/>
              </a:spcBef>
            </a:pPr>
            <a:r>
              <a:rPr lang="en-US" sz="1335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/>
          <p:cNvSpPr txBox="1"/>
          <p:nvPr/>
        </p:nvSpPr>
        <p:spPr>
          <a:xfrm>
            <a:off x="366226" y="5061410"/>
            <a:ext cx="6780319" cy="574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by–Batch-13 </a:t>
            </a:r>
          </a:p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                   Oviya babu &amp; Sundara yoganand   </a:t>
            </a:r>
          </a:p>
        </p:txBody>
      </p:sp>
      <p:sp>
        <p:nvSpPr>
          <p:cNvPr id="3" name="TextBox 7"/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To do / Task Manager Application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4249" y="1207089"/>
            <a:ext cx="10215094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u="sng" dirty="0">
                <a:solidFill>
                  <a:srgbClr val="0187CC"/>
                </a:solidFill>
                <a:latin typeface="HK Grotesk"/>
              </a:rPr>
              <a:t>Introduction </a:t>
            </a:r>
            <a:r>
              <a:rPr lang="en-US" sz="2800" u="sng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sz="28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Managing daily tasks manually can be confusing and time-consuming. Many users forget important activities or are unable to track their pending and completed tasks, which reduces productivity.</a:t>
            </a:r>
          </a:p>
          <a:p>
            <a:endParaRPr lang="en-US" sz="2400" dirty="0">
              <a:solidFill>
                <a:srgbClr val="00B0F0"/>
              </a:solidFill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The Task Manager Application is created to solve this issue by providing a digital platform where users can add, edit, delete, and monitor their tasks in an organized manner.</a:t>
            </a:r>
          </a:p>
          <a:p>
            <a:endParaRPr lang="en-US" sz="2400" dirty="0">
              <a:solidFill>
                <a:srgbClr val="00B0F0"/>
              </a:solidFill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The application offers a simple interface with features like due dates, task status, and priorities, helping users stay organized and complete their work on time.</a:t>
            </a:r>
          </a:p>
          <a:p>
            <a:endParaRPr lang="en-US" sz="2400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7"/>
          <p:cNvSpPr txBox="1"/>
          <p:nvPr/>
        </p:nvSpPr>
        <p:spPr>
          <a:xfrm>
            <a:off x="273075" y="822250"/>
            <a:ext cx="8035182" cy="3063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40"/>
              </a:lnSpc>
              <a:spcBef>
                <a:spcPct val="0"/>
              </a:spcBef>
            </a:pPr>
            <a:r>
              <a:rPr lang="en-US" sz="2800" dirty="0">
                <a:solidFill>
                  <a:srgbClr val="00B0F0"/>
                </a:solidFill>
                <a:latin typeface="HK Grotesk" pitchFamily="2" charset="77"/>
              </a:rPr>
              <a:t>Project Title Here – To do / Task Manager Application</a:t>
            </a:r>
            <a:r>
              <a:rPr lang="en-US" sz="2400" dirty="0">
                <a:solidFill>
                  <a:srgbClr val="00B0F0"/>
                </a:solidFill>
                <a:latin typeface="HK Grotesk" pitchFamily="2" charset="77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 /Task Manager Application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75" y="1360646"/>
            <a:ext cx="102150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Problem Statement : </a:t>
            </a:r>
          </a:p>
          <a:p>
            <a:endParaRPr lang="en-US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In daily life, individuals and professionals face challenges such as:</a:t>
            </a:r>
          </a:p>
          <a:p>
            <a:r>
              <a:rPr lang="en-US" sz="2400" dirty="0">
                <a:solidFill>
                  <a:srgbClr val="00B0F0"/>
                </a:solidFill>
              </a:rPr>
              <a:t>1)Difficulty tracking tasks manually</a:t>
            </a:r>
          </a:p>
          <a:p>
            <a:r>
              <a:rPr lang="en-US" sz="2400" dirty="0">
                <a:solidFill>
                  <a:srgbClr val="00B0F0"/>
                </a:solidFill>
              </a:rPr>
              <a:t>2)Forgetting deadlines and important activities</a:t>
            </a:r>
          </a:p>
          <a:p>
            <a:r>
              <a:rPr lang="en-US" sz="2400" dirty="0">
                <a:solidFill>
                  <a:srgbClr val="00B0F0"/>
                </a:solidFill>
              </a:rPr>
              <a:t>3)No centralized system to manage all tasks</a:t>
            </a:r>
          </a:p>
          <a:p>
            <a:r>
              <a:rPr lang="en-US" sz="2400" dirty="0">
                <a:solidFill>
                  <a:srgbClr val="00B0F0"/>
                </a:solidFill>
              </a:rPr>
              <a:t>4)Time wasted in planning and organizing work</a:t>
            </a:r>
          </a:p>
          <a:p>
            <a:r>
              <a:rPr lang="en-US" sz="2400" dirty="0">
                <a:solidFill>
                  <a:srgbClr val="00B0F0"/>
                </a:solidFill>
              </a:rPr>
              <a:t>5)Limited visibility of pending and completed tasks</a:t>
            </a:r>
          </a:p>
          <a:p>
            <a:endParaRPr lang="en-US" sz="2400" dirty="0">
              <a:solidFill>
                <a:srgbClr val="00B0F0"/>
              </a:solidFill>
            </a:endParaRPr>
          </a:p>
          <a:p>
            <a:r>
              <a:rPr lang="en-US" sz="2400" dirty="0">
                <a:solidFill>
                  <a:srgbClr val="00B0F0"/>
                </a:solidFill>
              </a:rPr>
              <a:t>A digital task management system is required to simplify task tracking and provide a clear overview of daily activities.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 / 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75" y="970258"/>
            <a:ext cx="1021509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>
                <a:solidFill>
                  <a:srgbClr val="0187CC"/>
                </a:solidFill>
              </a:rPr>
              <a:t>Objectives:</a:t>
            </a:r>
          </a:p>
          <a:p>
            <a:endParaRPr lang="en-US" sz="2800" b="1" dirty="0">
              <a:solidFill>
                <a:srgbClr val="0187CC"/>
              </a:solidFill>
            </a:endParaRPr>
          </a:p>
          <a:p>
            <a:r>
              <a:rPr lang="en-US" sz="2400" b="1" dirty="0">
                <a:solidFill>
                  <a:srgbClr val="0187CC"/>
                </a:solidFill>
              </a:rPr>
              <a:t>➤ </a:t>
            </a:r>
            <a:r>
              <a:rPr lang="en-US" sz="2400" b="1" u="sng" dirty="0">
                <a:solidFill>
                  <a:srgbClr val="0187CC"/>
                </a:solidFill>
              </a:rPr>
              <a:t>Primary Objectives</a:t>
            </a:r>
          </a:p>
          <a:p>
            <a:endParaRPr lang="en-US" sz="2400" b="1" dirty="0">
              <a:solidFill>
                <a:srgbClr val="0187CC"/>
              </a:solidFill>
            </a:endParaRPr>
          </a:p>
          <a:p>
            <a:r>
              <a:rPr lang="en-US" sz="2400" dirty="0">
                <a:solidFill>
                  <a:srgbClr val="0187CC"/>
                </a:solidFill>
              </a:rPr>
              <a:t>1)To build a web application that manages daily tasks efficiently</a:t>
            </a:r>
          </a:p>
          <a:p>
            <a:r>
              <a:rPr lang="en-US" sz="2400" dirty="0">
                <a:solidFill>
                  <a:srgbClr val="0187CC"/>
                </a:solidFill>
              </a:rPr>
              <a:t>2)To provide clear visibility of pending and completed tasks</a:t>
            </a:r>
          </a:p>
          <a:p>
            <a:r>
              <a:rPr lang="en-US" sz="2400" dirty="0">
                <a:solidFill>
                  <a:srgbClr val="0187CC"/>
                </a:solidFill>
              </a:rPr>
              <a:t>3)To help users organize and complete their work on time</a:t>
            </a:r>
          </a:p>
          <a:p>
            <a:endParaRPr lang="en-US" sz="2400" dirty="0">
              <a:solidFill>
                <a:srgbClr val="0187CC"/>
              </a:solidFill>
            </a:endParaRPr>
          </a:p>
          <a:p>
            <a:r>
              <a:rPr lang="en-US" sz="2400" b="1" dirty="0">
                <a:solidFill>
                  <a:srgbClr val="0187CC"/>
                </a:solidFill>
              </a:rPr>
              <a:t>➤ </a:t>
            </a:r>
            <a:r>
              <a:rPr lang="en-US" sz="2400" b="1" u="sng" dirty="0">
                <a:solidFill>
                  <a:srgbClr val="0187CC"/>
                </a:solidFill>
              </a:rPr>
              <a:t>Secondary Objectives</a:t>
            </a:r>
          </a:p>
          <a:p>
            <a:endParaRPr lang="en-US" sz="2400" b="1" dirty="0">
              <a:solidFill>
                <a:srgbClr val="0187CC"/>
              </a:solidFill>
            </a:endParaRPr>
          </a:p>
          <a:p>
            <a:r>
              <a:rPr lang="en-US" sz="2400" dirty="0">
                <a:solidFill>
                  <a:srgbClr val="0187CC"/>
                </a:solidFill>
              </a:rPr>
              <a:t>1)Categorize tasks based on priority levels</a:t>
            </a:r>
          </a:p>
          <a:p>
            <a:r>
              <a:rPr lang="en-US" sz="2400" dirty="0">
                <a:solidFill>
                  <a:srgbClr val="0187CC"/>
                </a:solidFill>
              </a:rPr>
              <a:t>2)Provide filters for easy task tracking</a:t>
            </a:r>
          </a:p>
          <a:p>
            <a:r>
              <a:rPr lang="en-US" sz="2400" dirty="0">
                <a:solidFill>
                  <a:srgbClr val="0187CC"/>
                </a:solidFill>
              </a:rPr>
              <a:t>3)Generate simple task summaries</a:t>
            </a:r>
          </a:p>
          <a:p>
            <a:r>
              <a:rPr lang="en-US" sz="2400" dirty="0">
                <a:solidFill>
                  <a:srgbClr val="0187CC"/>
                </a:solidFill>
              </a:rPr>
              <a:t>4)Ensure scalability and smooth </a:t>
            </a:r>
            <a:r>
              <a:rPr lang="en-US" sz="2400" dirty="0" err="1">
                <a:solidFill>
                  <a:srgbClr val="0187CC"/>
                </a:solidFill>
              </a:rPr>
              <a:t>deployment</a:t>
            </a:r>
            <a:r>
              <a:rPr lang="en-US" sz="2400" b="1" u="sng" dirty="0" err="1">
                <a:solidFill>
                  <a:srgbClr val="0187CC"/>
                </a:solidFill>
              </a:rPr>
              <a:t>bjectives</a:t>
            </a:r>
            <a:endParaRPr lang="en-US" sz="2400" dirty="0">
              <a:solidFill>
                <a:srgbClr val="0187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do/Task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6810" y="1160591"/>
            <a:ext cx="1021509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Key Features 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187CC"/>
                </a:solidFill>
              </a:rPr>
              <a:t>The system provides the following features:</a:t>
            </a:r>
          </a:p>
          <a:p>
            <a:r>
              <a:rPr lang="en-US" sz="2400" dirty="0">
                <a:solidFill>
                  <a:srgbClr val="0187CC"/>
                </a:solidFill>
              </a:rPr>
              <a:t>1)Add new tasks with title, description, due date, and priority</a:t>
            </a:r>
          </a:p>
          <a:p>
            <a:r>
              <a:rPr lang="en-US" sz="2400" dirty="0">
                <a:solidFill>
                  <a:srgbClr val="0187CC"/>
                </a:solidFill>
              </a:rPr>
              <a:t>2)Edit or delete existing tasks</a:t>
            </a:r>
          </a:p>
          <a:p>
            <a:r>
              <a:rPr lang="en-US" sz="2400" dirty="0">
                <a:solidFill>
                  <a:srgbClr val="0187CC"/>
                </a:solidFill>
              </a:rPr>
              <a:t>3)Mark tasks as completed or pending</a:t>
            </a:r>
          </a:p>
          <a:p>
            <a:r>
              <a:rPr lang="en-US" sz="2400" dirty="0">
                <a:solidFill>
                  <a:srgbClr val="0187CC"/>
                </a:solidFill>
              </a:rPr>
              <a:t>4)Set priority levels (High, Medium, Low)</a:t>
            </a:r>
          </a:p>
          <a:p>
            <a:r>
              <a:rPr lang="en-US" sz="2400" dirty="0">
                <a:solidFill>
                  <a:srgbClr val="0187CC"/>
                </a:solidFill>
              </a:rPr>
              <a:t>5)Filter tasks by status</a:t>
            </a:r>
          </a:p>
          <a:p>
            <a:r>
              <a:rPr lang="en-US" sz="2400" dirty="0">
                <a:solidFill>
                  <a:srgbClr val="0187CC"/>
                </a:solidFill>
              </a:rPr>
              <a:t>6)View total, pending, and completed task counts</a:t>
            </a:r>
          </a:p>
          <a:p>
            <a:r>
              <a:rPr lang="en-US" sz="2400" dirty="0">
                <a:solidFill>
                  <a:srgbClr val="0187CC"/>
                </a:solidFill>
              </a:rPr>
              <a:t>7)Expandable task view with detailed information</a:t>
            </a:r>
          </a:p>
          <a:p>
            <a:r>
              <a:rPr lang="en-US" sz="2400" dirty="0">
                <a:solidFill>
                  <a:srgbClr val="0187CC"/>
                </a:solidFill>
              </a:rPr>
              <a:t>8)Responsive and user-friendly interface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do/Task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75" y="833365"/>
            <a:ext cx="10215094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System Architecture </a:t>
            </a:r>
            <a:r>
              <a:rPr lang="en-US" sz="24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The application follows a 3-tier architecture:</a:t>
            </a:r>
          </a:p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Presentation Layer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1)Angular frontend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2)User interface for managing tasks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3)Displays expense data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Application Layer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1)Spring Boot backend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2)REST APIs for task operations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Data Layer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1)PostgreSQL / H2 database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--Stores tasks with title, description, due date, status, and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075" y="5039692"/>
            <a:ext cx="70038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Flow :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User → Angular UI → REST API → Database → Response → UI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do/ 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75" y="1354573"/>
            <a:ext cx="1021509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Technology Stack 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</a:t>
            </a:r>
          </a:p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Frontend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1)Angular framework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2)TypeScript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3)HTML, CSS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4)Bootstrap for UI styling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5)Angular services for API calls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Backend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1)Spring Boot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2)Spring Data JPA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3)REST API architecture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4)Maven build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4277" y="2223909"/>
            <a:ext cx="739264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0187CC"/>
                </a:solidFill>
              </a:rPr>
              <a:t>Database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1)MYSQL (production)</a:t>
            </a:r>
          </a:p>
          <a:p>
            <a:r>
              <a:rPr lang="en-IN" dirty="0">
                <a:solidFill>
                  <a:srgbClr val="0187CC"/>
                </a:solidFill>
              </a:rPr>
              <a:t>2)H2 (development/testing)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sz="2400" u="sng" dirty="0">
                <a:solidFill>
                  <a:srgbClr val="0187CC"/>
                </a:solidFill>
              </a:rPr>
              <a:t>DevOps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1)Docker for containerization</a:t>
            </a:r>
          </a:p>
          <a:p>
            <a:r>
              <a:rPr lang="en-IN" dirty="0">
                <a:solidFill>
                  <a:srgbClr val="0187CC"/>
                </a:solidFill>
              </a:rPr>
              <a:t>2)Azure App Service for hosting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 / 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513" y="1051435"/>
            <a:ext cx="1021509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Function Module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1. </a:t>
            </a:r>
            <a:r>
              <a:rPr lang="en-US" sz="2400" u="sng" dirty="0">
                <a:solidFill>
                  <a:srgbClr val="0187CC"/>
                </a:solidFill>
                <a:latin typeface="HK Grotesk"/>
              </a:rPr>
              <a:t>Expense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1)Add new task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2)Update task details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3)Delete task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4)View task list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2. </a:t>
            </a:r>
            <a:r>
              <a:rPr lang="en-US" sz="2400" u="sng" dirty="0">
                <a:solidFill>
                  <a:srgbClr val="0187CC"/>
                </a:solidFill>
                <a:latin typeface="HK Grotesk"/>
              </a:rPr>
              <a:t>Priority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1)Set task priority(High, Medium, Low)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2)Assign priority to tasks 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3)Manage priority levels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84553" y="2044005"/>
            <a:ext cx="384048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3. </a:t>
            </a:r>
            <a:r>
              <a:rPr lang="en-US" sz="2400" u="sng" dirty="0">
                <a:solidFill>
                  <a:srgbClr val="0187CC"/>
                </a:solidFill>
                <a:latin typeface="HK Grotesk"/>
              </a:rPr>
              <a:t>Status&amp; Reporting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1)view total tasks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2)Filter by status(pending/completed)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3)Filter by due date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4)Task summary dashboard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 /Task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75" y="1354573"/>
            <a:ext cx="6109437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User Interface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The Angular frontend provides:</a:t>
            </a:r>
          </a:p>
          <a:p>
            <a:endParaRPr lang="en-US" sz="2000" dirty="0">
              <a:solidFill>
                <a:srgbClr val="0187CC"/>
              </a:solidFill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1)Dashboard page</a:t>
            </a:r>
          </a:p>
          <a:p>
            <a:r>
              <a:rPr lang="en-US" sz="2000" dirty="0">
                <a:solidFill>
                  <a:srgbClr val="0187CC"/>
                </a:solidFill>
              </a:rPr>
              <a:t>2)Add task form</a:t>
            </a:r>
          </a:p>
          <a:p>
            <a:r>
              <a:rPr lang="en-US" sz="2000" dirty="0">
                <a:solidFill>
                  <a:srgbClr val="0187CC"/>
                </a:solidFill>
              </a:rPr>
              <a:t>3)Task list view</a:t>
            </a:r>
          </a:p>
          <a:p>
            <a:r>
              <a:rPr lang="en-US" sz="2000" dirty="0">
                <a:solidFill>
                  <a:srgbClr val="0187CC"/>
                </a:solidFill>
              </a:rPr>
              <a:t>4)Filter options (All, Pending, Completed)</a:t>
            </a:r>
          </a:p>
          <a:p>
            <a:r>
              <a:rPr lang="en-US" sz="2000" dirty="0">
                <a:solidFill>
                  <a:srgbClr val="0187CC"/>
                </a:solidFill>
              </a:rPr>
              <a:t>5)Summary section</a:t>
            </a:r>
          </a:p>
          <a:p>
            <a:r>
              <a:rPr lang="en-US" sz="2000" dirty="0">
                <a:solidFill>
                  <a:srgbClr val="0187CC"/>
                </a:solidFill>
              </a:rPr>
              <a:t>6)Priority and due date indicators</a:t>
            </a:r>
          </a:p>
          <a:p>
            <a:endParaRPr lang="en-US" sz="2000" dirty="0">
              <a:solidFill>
                <a:srgbClr val="0187CC"/>
              </a:solidFill>
            </a:endParaRPr>
          </a:p>
          <a:p>
            <a:endParaRPr lang="en-US" sz="2000" dirty="0">
              <a:solidFill>
                <a:srgbClr val="0187CC"/>
              </a:solidFill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The UI updates in real time when tasks are added, edited, or deleted.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14333" y="1256467"/>
            <a:ext cx="471830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Application Workflow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 opens application: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1)User opens application:</a:t>
            </a:r>
          </a:p>
          <a:p>
            <a:r>
              <a:rPr lang="en-US" sz="2000" dirty="0">
                <a:solidFill>
                  <a:srgbClr val="0187CC"/>
                </a:solidFill>
              </a:rPr>
              <a:t>2)User logs in to the system</a:t>
            </a:r>
          </a:p>
          <a:p>
            <a:r>
              <a:rPr lang="en-US" sz="2000" dirty="0">
                <a:solidFill>
                  <a:srgbClr val="0187CC"/>
                </a:solidFill>
              </a:rPr>
              <a:t>3)User adds a new task</a:t>
            </a:r>
          </a:p>
          <a:p>
            <a:r>
              <a:rPr lang="en-US" sz="2000" dirty="0">
                <a:solidFill>
                  <a:srgbClr val="0187CC"/>
                </a:solidFill>
              </a:rPr>
              <a:t>4)User sets priority and due date</a:t>
            </a:r>
          </a:p>
          <a:p>
            <a:r>
              <a:rPr lang="en-US" sz="2000" dirty="0">
                <a:solidFill>
                  <a:srgbClr val="0187CC"/>
                </a:solidFill>
              </a:rPr>
              <a:t>5)Data sent to backend API</a:t>
            </a:r>
          </a:p>
          <a:p>
            <a:r>
              <a:rPr lang="en-US" sz="2000" dirty="0">
                <a:solidFill>
                  <a:srgbClr val="0187CC"/>
                </a:solidFill>
              </a:rPr>
              <a:t>6)Backend stores task in database</a:t>
            </a:r>
          </a:p>
          <a:p>
            <a:r>
              <a:rPr lang="en-US" sz="2000" dirty="0">
                <a:solidFill>
                  <a:srgbClr val="0187CC"/>
                </a:solidFill>
              </a:rPr>
              <a:t>7)Dashboard updates automatically</a:t>
            </a:r>
          </a:p>
          <a:p>
            <a:r>
              <a:rPr lang="en-US" sz="2000" dirty="0">
                <a:solidFill>
                  <a:srgbClr val="0187CC"/>
                </a:solidFill>
              </a:rPr>
              <a:t>8)User views or manages tasks</a:t>
            </a:r>
          </a:p>
          <a:p>
            <a:endParaRPr lang="en-US" sz="2000" dirty="0">
              <a:solidFill>
                <a:srgbClr val="0187CC"/>
              </a:solidFill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This ensures smooth and real-time task management.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do/Task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7707" y="1182421"/>
            <a:ext cx="1021509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DevOps &amp; Deployment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800" u="sng" dirty="0">
                <a:solidFill>
                  <a:srgbClr val="0187CC"/>
                </a:solidFill>
                <a:latin typeface="HK Grotesk"/>
              </a:rPr>
              <a:t>Docker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1)Containerizes frontend and backend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2)Ensures consistent runtime environment 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   across systems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800" u="sng" dirty="0">
                <a:solidFill>
                  <a:srgbClr val="0187CC"/>
                </a:solidFill>
                <a:latin typeface="HK Grotesk"/>
              </a:rPr>
              <a:t>Azure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1)Hosts backend APIs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2)Hosts Angular frontend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3)Supports scalability and remote access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80565" y="2244060"/>
            <a:ext cx="42732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800" u="sng" dirty="0">
                <a:solidFill>
                  <a:srgbClr val="0187CC"/>
                </a:solidFill>
                <a:latin typeface="HK Grotesk"/>
              </a:rPr>
              <a:t>Benefits: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457200" indent="-457200">
              <a:buAutoNum type="arabicParenR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Simple and fast deployment</a:t>
            </a:r>
          </a:p>
          <a:p>
            <a:pPr marL="457200" indent="-457200">
              <a:buAutoNum type="arabicParenR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Cloud-based hosting</a:t>
            </a:r>
          </a:p>
          <a:p>
            <a:pPr marL="457200" indent="-457200">
              <a:buAutoNum type="arabicParenR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Scalable architecture</a:t>
            </a:r>
          </a:p>
          <a:p>
            <a:pPr marL="457200" indent="-457200">
              <a:buAutoNum type="arabicParenR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Easy maintenance and updates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/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To do/Task Manager Application </a:t>
            </a:r>
          </a:p>
        </p:txBody>
      </p:sp>
      <p:pic>
        <p:nvPicPr>
          <p:cNvPr id="2" name="Picture 1" descr="Logo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/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3075" y="1354573"/>
            <a:ext cx="10215094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Advantages &amp; Limitations 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u="sng" dirty="0">
                <a:solidFill>
                  <a:srgbClr val="0187CC"/>
                </a:solidFill>
                <a:latin typeface="HK Grotesk"/>
              </a:rPr>
              <a:t>Advantages</a:t>
            </a:r>
            <a:r>
              <a:rPr lang="en-US" sz="2400" dirty="0">
                <a:solidFill>
                  <a:srgbClr val="0187CC"/>
                </a:solidFill>
                <a:latin typeface="HK Grotesk"/>
              </a:rPr>
              <a:t> 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1)Easy and user-friendly interface</a:t>
            </a:r>
          </a:p>
          <a:p>
            <a:r>
              <a:rPr lang="en-US" sz="2000" dirty="0">
                <a:solidFill>
                  <a:srgbClr val="0187CC"/>
                </a:solidFill>
              </a:rPr>
              <a:t>2)Helps organize daily tasks efficiently</a:t>
            </a:r>
          </a:p>
          <a:p>
            <a:r>
              <a:rPr lang="en-US" sz="2000" dirty="0">
                <a:solidFill>
                  <a:srgbClr val="0187CC"/>
                </a:solidFill>
              </a:rPr>
              <a:t>3)Real-time task updates</a:t>
            </a:r>
          </a:p>
          <a:p>
            <a:r>
              <a:rPr lang="en-US" sz="2000" dirty="0">
                <a:solidFill>
                  <a:srgbClr val="0187CC"/>
                </a:solidFill>
              </a:rPr>
              <a:t>4)Priority-based task management</a:t>
            </a:r>
          </a:p>
          <a:p>
            <a:r>
              <a:rPr lang="en-US" sz="2000" dirty="0">
                <a:solidFill>
                  <a:srgbClr val="0187CC"/>
                </a:solidFill>
              </a:rPr>
              <a:t>5)Scalable architecture</a:t>
            </a:r>
          </a:p>
          <a:p>
            <a:r>
              <a:rPr lang="en-US" sz="2000" dirty="0">
                <a:solidFill>
                  <a:srgbClr val="0187CC"/>
                </a:solidFill>
              </a:rPr>
              <a:t>6)Cloud-ready deployment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64826" y="2599902"/>
            <a:ext cx="463612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>
                <a:solidFill>
                  <a:srgbClr val="0187CC"/>
                </a:solidFill>
              </a:rPr>
              <a:t>Limitations :</a:t>
            </a:r>
          </a:p>
          <a:p>
            <a:endParaRPr lang="en-IN" sz="2200" dirty="0">
              <a:solidFill>
                <a:srgbClr val="0187CC"/>
              </a:solidFill>
            </a:endParaRPr>
          </a:p>
          <a:p>
            <a:r>
              <a:rPr lang="en-IN" sz="2000" dirty="0">
                <a:solidFill>
                  <a:srgbClr val="0187CC"/>
                </a:solidFill>
              </a:rPr>
              <a:t>1)Basic authentication(initial version)</a:t>
            </a:r>
          </a:p>
          <a:p>
            <a:r>
              <a:rPr lang="en-IN" sz="2000" dirty="0">
                <a:solidFill>
                  <a:srgbClr val="0187CC"/>
                </a:solidFill>
              </a:rPr>
              <a:t>2)Single-user focused system</a:t>
            </a:r>
          </a:p>
          <a:p>
            <a:r>
              <a:rPr lang="en-IN" sz="2000" dirty="0">
                <a:solidFill>
                  <a:srgbClr val="0187CC"/>
                </a:solidFill>
              </a:rPr>
              <a:t>3)Limited analytics or reporting</a:t>
            </a:r>
          </a:p>
          <a:p>
            <a:r>
              <a:rPr lang="en-IN" sz="2000" dirty="0">
                <a:solidFill>
                  <a:srgbClr val="0187CC"/>
                </a:solidFill>
              </a:rPr>
              <a:t>4)No mobile app version yet</a:t>
            </a:r>
          </a:p>
          <a:p>
            <a:endParaRPr lang="en-IN" sz="2200" dirty="0">
              <a:solidFill>
                <a:srgbClr val="0187C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ndr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90" y="504825"/>
            <a:ext cx="10669905" cy="56019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ndr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10" y="403860"/>
            <a:ext cx="10535285" cy="57524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ndr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90" y="495300"/>
            <a:ext cx="11116945" cy="57734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ndr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" y="427990"/>
            <a:ext cx="10895330" cy="57924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1C9B4-5BE0-A7A5-5F5F-AA046426D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24"/>
          <a:stretch>
            <a:fillRect/>
          </a:stretch>
        </p:blipFill>
        <p:spPr>
          <a:xfrm>
            <a:off x="422787" y="560439"/>
            <a:ext cx="10884310" cy="57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78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84903" y="-68825"/>
            <a:ext cx="3136491" cy="1494502"/>
          </a:xfrm>
        </p:spPr>
        <p:txBody>
          <a:bodyPr>
            <a:normAutofit/>
          </a:bodyPr>
          <a:lstStyle/>
          <a:p>
            <a:r>
              <a:rPr lang="en-IN" sz="3600" u="sng" dirty="0">
                <a:solidFill>
                  <a:srgbClr val="0187CC"/>
                </a:solidFill>
              </a:rPr>
              <a:t>Conclusion: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38865" y="1887794"/>
            <a:ext cx="9429135" cy="384441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solidFill>
                  <a:srgbClr val="0187CC"/>
                </a:solidFill>
              </a:rPr>
              <a:t>1)Developed a full-stack task management application  </a:t>
            </a:r>
          </a:p>
          <a:p>
            <a:pPr algn="l"/>
            <a:r>
              <a:rPr lang="en-US" dirty="0">
                <a:solidFill>
                  <a:srgbClr val="0187CC"/>
                </a:solidFill>
              </a:rPr>
              <a:t>2)Used Angular for frontend and Spring Boot for backend  </a:t>
            </a:r>
          </a:p>
          <a:p>
            <a:pPr algn="l"/>
            <a:r>
              <a:rPr lang="en-US" dirty="0">
                <a:solidFill>
                  <a:srgbClr val="0187CC"/>
                </a:solidFill>
              </a:rPr>
              <a:t>3)Implemented add, edit, delete, and status features  </a:t>
            </a:r>
          </a:p>
          <a:p>
            <a:pPr algn="l"/>
            <a:r>
              <a:rPr lang="en-US" dirty="0">
                <a:solidFill>
                  <a:srgbClr val="0187CC"/>
                </a:solidFill>
              </a:rPr>
              <a:t>4)Integrated REST APIs for communication  </a:t>
            </a:r>
          </a:p>
          <a:p>
            <a:pPr algn="l"/>
            <a:r>
              <a:rPr lang="en-US" dirty="0">
                <a:solidFill>
                  <a:srgbClr val="0187CC"/>
                </a:solidFill>
              </a:rPr>
              <a:t>5)Containerized the application using Docker </a:t>
            </a:r>
          </a:p>
          <a:p>
            <a:pPr algn="l"/>
            <a:endParaRPr lang="en-US" dirty="0">
              <a:solidFill>
                <a:srgbClr val="0187CC"/>
              </a:solidFill>
            </a:endParaRPr>
          </a:p>
          <a:p>
            <a:pPr algn="l"/>
            <a:endParaRPr lang="en-US" dirty="0">
              <a:solidFill>
                <a:srgbClr val="0187CC"/>
              </a:solidFill>
            </a:endParaRPr>
          </a:p>
          <a:p>
            <a:pPr algn="l"/>
            <a:endParaRPr lang="en-US" dirty="0">
              <a:solidFill>
                <a:srgbClr val="0187CC"/>
              </a:solidFill>
            </a:endParaRPr>
          </a:p>
          <a:p>
            <a:pPr algn="l"/>
            <a:r>
              <a:rPr lang="en-US" sz="3200" dirty="0">
                <a:solidFill>
                  <a:srgbClr val="0187CC"/>
                </a:solidFill>
              </a:rPr>
              <a:t>Thank you</a:t>
            </a:r>
            <a:endParaRPr lang="en-IN" sz="3200" dirty="0">
              <a:solidFill>
                <a:srgbClr val="0187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1054</Words>
  <Application>Microsoft Office PowerPoint</Application>
  <PresentationFormat>Widescreen</PresentationFormat>
  <Paragraphs>225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sundara yoganand ogirala</cp:lastModifiedBy>
  <cp:revision>17</cp:revision>
  <dcterms:created xsi:type="dcterms:W3CDTF">2024-05-04T13:11:00Z</dcterms:created>
  <dcterms:modified xsi:type="dcterms:W3CDTF">2026-02-10T05:39:34Z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  <property fmtid="{D5CDD505-2E9C-101B-9397-08002B2CF9AE}" pid="12" name="ICV">
    <vt:lpwstr>09789BD8B046449D877FFB2785A729EF_12</vt:lpwstr>
  </property>
  <property fmtid="{D5CDD505-2E9C-101B-9397-08002B2CF9AE}" pid="13" name="KSOProductBuildVer">
    <vt:lpwstr>1033-12.2.0.23196</vt:lpwstr>
  </property>
</Properties>
</file>